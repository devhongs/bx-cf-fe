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4fff0c5a64f28" /><Relationship Type="http://schemas.openxmlformats.org/officeDocument/2006/relationships/extended-properties" Target="/docProps/app.xml" Id="Rf4fc37db7a5248e3" /><Relationship Type="http://schemas.openxmlformats.org/officeDocument/2006/relationships/officeDocument" Target="/ppt/presentation.xml" Id="Rae6a41e67ce3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80b983acc4abb"/>
  </p:sldMasterIdLst>
  <p:notesMasterIdLst>
    <p:notesMasterId xmlns:r="http://schemas.openxmlformats.org/officeDocument/2006/relationships" r:id="R6d9b8fedfe984f68"/>
  </p:notesMasterIdLst>
  <p:sldIdLst>
    <p:sldId xmlns:r="http://schemas.openxmlformats.org/officeDocument/2006/relationships" id="256" r:id="R655b9f94d9654500"/>
    <p:sldId xmlns:r="http://schemas.openxmlformats.org/officeDocument/2006/relationships" id="257" r:id="Rd09365bc24334d1d"/>
    <p:sldId xmlns:r="http://schemas.openxmlformats.org/officeDocument/2006/relationships" id="258" r:id="Rc0a9f0e98bd9410f"/>
    <p:sldId xmlns:r="http://schemas.openxmlformats.org/officeDocument/2006/relationships" id="259" r:id="R60b799db339647ab"/>
    <p:sldId xmlns:r="http://schemas.openxmlformats.org/officeDocument/2006/relationships" id="260" r:id="R8d9eb7f8e59449a5"/>
    <p:sldId xmlns:r="http://schemas.openxmlformats.org/officeDocument/2006/relationships" id="261" r:id="R1eb8a350433f406f"/>
    <p:sldId xmlns:r="http://schemas.openxmlformats.org/officeDocument/2006/relationships" id="262" r:id="R8face117c81444cb"/>
    <p:sldId xmlns:r="http://schemas.openxmlformats.org/officeDocument/2006/relationships" id="263" r:id="R5011092a46eb42ea"/>
    <p:sldId xmlns:r="http://schemas.openxmlformats.org/officeDocument/2006/relationships" id="264" r:id="Rfe574692feed40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50a6cecea4f0c" /><Relationship Type="http://schemas.openxmlformats.org/officeDocument/2006/relationships/slideMaster" Target="/ppt/slideMasters/slideMaster1.xml" Id="R6a680b983acc4abb" /><Relationship Type="http://schemas.openxmlformats.org/officeDocument/2006/relationships/notesMaster" Target="/ppt/notesMasters/notesMaster1.xml" Id="R6d9b8fedfe984f68" /><Relationship Type="http://schemas.openxmlformats.org/officeDocument/2006/relationships/presProps" Target="/ppt/presProps.xml" Id="R4a85c72f8aad433d" /><Relationship Type="http://schemas.openxmlformats.org/officeDocument/2006/relationships/tableStyles" Target="/ppt/tableStyles.xml" Id="R369343dc946647c1" /><Relationship Type="http://schemas.openxmlformats.org/officeDocument/2006/relationships/slide" Target="/ppt/slides/slide1.xml" Id="R655b9f94d9654500" /><Relationship Type="http://schemas.openxmlformats.org/officeDocument/2006/relationships/slide" Target="/ppt/slides/slide2.xml" Id="Rd09365bc24334d1d" /><Relationship Type="http://schemas.openxmlformats.org/officeDocument/2006/relationships/slide" Target="/ppt/slides/slide3.xml" Id="Rc0a9f0e98bd9410f" /><Relationship Type="http://schemas.openxmlformats.org/officeDocument/2006/relationships/slide" Target="/ppt/slides/slide4.xml" Id="R60b799db339647ab" /><Relationship Type="http://schemas.openxmlformats.org/officeDocument/2006/relationships/slide" Target="/ppt/slides/slide5.xml" Id="R8d9eb7f8e59449a5" /><Relationship Type="http://schemas.openxmlformats.org/officeDocument/2006/relationships/slide" Target="/ppt/slides/slide6.xml" Id="R1eb8a350433f406f" /><Relationship Type="http://schemas.openxmlformats.org/officeDocument/2006/relationships/slide" Target="/ppt/slides/slide7.xml" Id="R8face117c81444cb" /><Relationship Type="http://schemas.openxmlformats.org/officeDocument/2006/relationships/slide" Target="/ppt/slides/slide8.xml" Id="R5011092a46eb42ea" /><Relationship Type="http://schemas.openxmlformats.org/officeDocument/2006/relationships/slide" Target="/ppt/slides/slide9.xml" Id="Rfe574692feed40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2dd462eb654f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113bfcae7042cf" /><Relationship Type="http://schemas.openxmlformats.org/officeDocument/2006/relationships/notesMaster" Target="/ppt/notesMasters/notesMaster1.xml" Id="R4dcae42f4ce5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5654e78874f2e" /><Relationship Type="http://schemas.openxmlformats.org/officeDocument/2006/relationships/notesMaster" Target="/ppt/notesMasters/notesMaster1.xml" Id="R43c450cafa0f47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3b4e28ca84d70" /><Relationship Type="http://schemas.openxmlformats.org/officeDocument/2006/relationships/notesMaster" Target="/ppt/notesMasters/notesMaster1.xml" Id="Ree8e9539132d44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d8cd41603c43ae" /><Relationship Type="http://schemas.openxmlformats.org/officeDocument/2006/relationships/notesMaster" Target="/ppt/notesMasters/notesMaster1.xml" Id="Rcc1b04bb4559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f2816bc1540f8" /><Relationship Type="http://schemas.openxmlformats.org/officeDocument/2006/relationships/notesMaster" Target="/ppt/notesMasters/notesMaster1.xml" Id="R1562595b149f40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8d4a6ddefd4ae9" /><Relationship Type="http://schemas.openxmlformats.org/officeDocument/2006/relationships/notesMaster" Target="/ppt/notesMasters/notesMaster1.xml" Id="R5c1836d0add649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67588003314679" /><Relationship Type="http://schemas.openxmlformats.org/officeDocument/2006/relationships/notesMaster" Target="/ppt/notesMasters/notesMaster1.xml" Id="R82abc423685a4d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3b8d12048842e1" /><Relationship Type="http://schemas.openxmlformats.org/officeDocument/2006/relationships/notesMaster" Target="/ppt/notesMasters/notesMaster1.xml" Id="R7f5a8ad0248b45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54642b66634f0c" /><Relationship Type="http://schemas.openxmlformats.org/officeDocument/2006/relationships/notesMaster" Target="/ppt/notesMasters/notesMaster1.xml" Id="R713155acac39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061d2073c47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3343a6eb524a09" /><Relationship Type="http://schemas.openxmlformats.org/officeDocument/2006/relationships/slideLayout" Target="/ppt/slideLayouts/slideLayout1.xml" Id="R66e7e8d1c452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e7e8d1c452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77d0766a94855" /><Relationship Type="http://schemas.openxmlformats.org/officeDocument/2006/relationships/notesSlide" Target="/ppt/notesSlides/notesSlide1.xml" Id="Re953ba9465c446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0495b7a764373" /><Relationship Type="http://schemas.openxmlformats.org/officeDocument/2006/relationships/notesSlide" Target="/ppt/notesSlides/notesSlide2.xml" Id="R08688199f9c645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edea8f43e4242" /><Relationship Type="http://schemas.openxmlformats.org/officeDocument/2006/relationships/notesSlide" Target="/ppt/notesSlides/notesSlide3.xml" Id="Ra65ce51df39141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16da7c5294e1e" /><Relationship Type="http://schemas.openxmlformats.org/officeDocument/2006/relationships/notesSlide" Target="/ppt/notesSlides/notesSlide4.xml" Id="Rb1493e2fe113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755cef9b0450c" /><Relationship Type="http://schemas.openxmlformats.org/officeDocument/2006/relationships/notesSlide" Target="/ppt/notesSlides/notesSlide5.xml" Id="R6fe3066b05e645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6fb669126417c" /><Relationship Type="http://schemas.openxmlformats.org/officeDocument/2006/relationships/notesSlide" Target="/ppt/notesSlides/notesSlide6.xml" Id="Rc3c8074574d544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1409a51e641f9" /><Relationship Type="http://schemas.openxmlformats.org/officeDocument/2006/relationships/notesSlide" Target="/ppt/notesSlides/notesSlide7.xml" Id="R1f98fe2a434043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a44c7d794556" /><Relationship Type="http://schemas.openxmlformats.org/officeDocument/2006/relationships/notesSlide" Target="/ppt/notesSlides/notesSlide8.xml" Id="Ra8bc056963044d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37e5eb8bc493a" /><Relationship Type="http://schemas.openxmlformats.org/officeDocument/2006/relationships/notesSlide" Target="/ppt/notesSlides/notesSlide9.xml" Id="R2d8f5587be5143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5193FEBC-BCED-40EC-B82A-3612E499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A59EB-28F3-464F-90CC-17BF0DAC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4A92B-EC75-4C66-8106-C2A6C71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03250-FF6B-4D11-AB4E-B2AFDC37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11F0D-00DE-47A0-87E3-86F6FAE4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42460-5A0B-4492-8941-B5B3345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F024A-0AD7-4684-B8D4-5687812B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671D2-38B7-404D-BDF0-59FB4AC9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9DCD0-71BA-4715-B317-F98091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700CE-9721-41A7-AD80-80ADDAA2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523EE-D559-44C4-9A9C-2E96538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A51EF-7343-479A-99DC-18A0E60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839CA-FA1D-4041-9F96-686F5E6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79692-EA05-4551-BA72-3C829CA2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4C8A4-B9A9-4AE1-BFF0-48CC08BF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AA39A-7E54-4805-A76F-4FD33DAF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FA509-6125-4FFB-9964-19B7526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4294B-D1C9-4F5E-B23B-50AD3745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F9A99-13E7-48D3-AFC7-DA2DDBA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7BCD5-55F3-4B4C-881D-94C2F8ED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80035-263F-4E3C-B62E-CD0E1AD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A0C15-B157-43FA-8F8D-E1075C55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0E33B-6FDF-4304-85D0-44A045A8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974C6-8442-4417-80B7-042686E3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0917A-14A2-463C-864B-978D2341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7F791-9B30-4B3C-811F-A2A35BBD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515A9-0339-4213-ABFB-4F06D846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3D3CB-F88F-43C2-BE71-DB8D647E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5F9B4-AA88-4C9F-BD3E-AF66B8BA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CHANNEL UNIT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47E05-A89A-41FF-82BD-93D6A7BF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6096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파운데이션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37B1B-269A-4867-91BB-0381CE3B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401A05-6168-4649-9C6B-1C467AB0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프로젝트 공통 기반(Backend · Frontend) 구축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CD57F-E7FA-40E5-84B9-80CEF74A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7160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43628B-B36C-4741-B2F9-A9CBF898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7CA398-CE11-4D91-BA81-387085DA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43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B1FB91-878D-4DF2-84B7-B455212D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384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2CCC1-0B89-4E29-9197-60A5A57F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959435-2135-42B3-A81F-6BEA1B23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D43C51-9793-4589-8C93-C04BFF4E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747D8-86B4-49AF-BFE7-48A39D20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3800DA-AC9D-4073-8132-E63C5CED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60F5DC-EB58-431D-BB57-5AB324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B5B931-CFD0-47BA-A152-50F6C56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스타터 키트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+ 개발 가이드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FEDC10-0A3D-400B-AB7E-A867D4BB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</p:spTree>
    <p:extLst>
      <p:ext uri="{BB962C8B-B14F-4D97-AF65-F5344CB8AC3E}">
        <p14:creationId xmlns:p14="http://schemas.microsoft.com/office/powerpoint/2010/main" val="1313078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A7F9C57F-B79C-42D7-804F-3E3937F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C2930-2D87-4B24-A47D-69B60690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E5A0D-BB32-49CC-BDFB-7C968D99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E002E-33CA-4D42-85C1-EA771B1E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E3863-90A4-4E27-AF5A-D9657A2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3402F-EF83-4FDE-BDA0-46D54D4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ED6ED-483D-47B0-888C-2EFE95D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3D085-C2CA-4BD9-BA33-6CB190D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F75F5-0C55-4E41-83ED-79667FEA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3CD53-63F9-4642-8154-5EE35C0B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5B53F-C6F6-45E3-A163-05CD9B49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A60D-0BF6-4CFC-8CF3-32DC40C2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74E55-7645-4980-9004-5DD1DB1F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F91C0-EE08-41B5-A218-7DB2695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91B82-3652-4972-8273-6E0B3BDC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C20EA-B5C7-4138-8FF5-E3C84AF4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F90B5-2E0F-486B-9C97-068EC7C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4278B-AEAD-49F0-9764-3E309A26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197FF-4326-426E-A453-18D16624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3147A-A2B0-4F30-A565-F1001D32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B265D-1F8D-4CAB-8FB8-E3187643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D7726C-369E-4C9F-9AFC-D192000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ED6EB-C7CE-49CC-8FF3-F70E2FD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8E055-E34B-4525-BBCE-B8F87E5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81C85-F408-4A22-9341-1F09FF59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FB41F-2F15-49BF-9B17-EEAD68D2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F5A8CB-A7A2-4B55-99C8-44AC1703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3EA434-17F3-4A0D-9C07-B6AFFD7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B97C5-C660-41CD-961A-B939E74F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79D49-C3B8-4B2F-9DB0-D570BFA4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34FAA-D9E0-40C4-834A-3370E0D9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77DA8-F2C0-41FC-8272-8EE1CCF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DEFINITION · 무엇인가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DD744-4538-4153-887E-C41D7A6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02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69FA43-FC81-40E2-9C75-4BF154E6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8DAE35-BB5E-4F85-804C-4D87B8A3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4D702-BC21-43EC-BF1C-C1785227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726F56-BEBD-44B0-B6C5-D3115F00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FE34E9-F576-4CBF-888A-58BD0998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 프로젝트 반복 영역 표준화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71C803-E4A1-4239-AAAB-3B3E8DF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프론트엔드·관리자 UI · 인증/권한 · 게이트웨이 · MCI 연동 기반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59039-0230-4A86-A7BF-1565D1F2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완제품 솔루션이 아닌 빠른 프로젝트 착수를 위한 기반 자산  →  core · mci · full 모듈 단위 제공으로 단계적 확장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E75190-04E3-483B-BD9C-5AE0041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A198AB-2F93-4F7C-AA62-5DA10690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87A436-C75B-47CA-9FC3-9017FF3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DEF326-9526-418D-B0AC-9E63575B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구조 표준화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C0590D-EBA7-4A4B-9001-C234D595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FE/BE 기본 구조·개발 규칙 표준화</a:t>
            </a:r>
          </a:p>
          <a:p xmlns:a="http://schemas.openxmlformats.org/drawingml/2006/main">
            <a:pPr algn="l">
              <a:def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→ 초기 구축 부담 축소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BD26CB-76B5-49C4-961A-F97D14A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8F959B-CF8C-47C9-973F-DB37124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790491-F743-4552-BB4B-DFFC53E2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D4C623-FE55-438D-B277-C2748108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adapter · mapper · config로 차이 격리</a:t>
            </a:r>
          </a:p>
          <a:p xmlns:a="http://schemas.openxmlformats.org/drawingml/2006/main">
            <a:pPr algn="l">
              <a:def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→ 고객사별 연동 유연성 확보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A69A5A-6A04-434D-8D0B-668CFE4E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671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06C0E8-EF8A-4E60-9A9E-AEAB407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171DCE-9981-4ACE-B535-1284ECE6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CED7E6-9C0A-4AE2-8E91-2D6CB822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구축 베이스 우선 활용</a:t>
            </a:r>
          </a:p>
          <a:p xmlns:a="http://schemas.openxmlformats.org/drawingml/2006/main">
            <a:pPr algn="l">
              <a:def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→ core · mci · full 제품화 확장</a:t>
            </a:r>
          </a:p>
        </p:txBody>
      </p:sp>
    </p:spTree>
    <p:extLst>
      <p:ext uri="{BB962C8B-B14F-4D97-AF65-F5344CB8AC3E}">
        <p14:creationId xmlns:p14="http://schemas.microsoft.com/office/powerpoint/2010/main" val="31662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F21B5F90-2A79-4CC4-B679-FE957F25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487E3-198B-4DF2-AAC2-2F03C49B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951E3-0970-4858-9249-01FED2B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6856C-6791-4ADB-BDC9-662FA0A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6851B-6733-4A4E-BC26-D39811D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AA8BB-1EE2-4D40-BF23-21AF89A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2C987-2C02-4241-950C-1BF13184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22C81-04A2-4D25-B8E5-B85B172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913C2-B085-480B-8ACA-3E07CFD5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4B6E6-931B-4DB9-A6F7-A3A85C9F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75B3B-1823-440D-9624-1C8EA6C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B46A7-0DE0-4C51-B249-F7C1DF7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D41B7-CC42-4938-BBDB-34568E5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BE398-069A-475F-9729-4FEDC35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B8072-4A8F-4E9F-9152-90B0065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CE0E5-0E73-4FE4-A7C9-E1FB6485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17FBF-52B2-42E0-A745-14D4A4D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06D26-A8D9-45E3-BC5E-81D10C8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ACF75-DB04-47F3-A3E6-B6957F17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B0C5B-83FB-4E29-9E0D-00553D48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EB938-8236-4286-8F98-0E3CC4A2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74B60-09A7-4645-9BC3-70171E4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BD1A7-4970-4407-AE8D-94D7BAEA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BCD00-B43F-48F7-A3B3-91755A5A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B560D-F562-414F-9234-7E93E9BB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93437-D6E6-4615-B65B-6692D070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F139B-5F16-4805-821C-9095CF63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0DA57-60D1-4980-A6EE-69068299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08770-057E-489C-95FF-966ED079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D483D8-49DB-404C-9398-8D8571F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B2284-B113-4E94-A1B1-9A542D07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44CED-E47E-4FB8-8ECE-F4E644D9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WHY NOW · 추진 배경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7CB985-44E0-4591-BB23-4BA4C044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03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7AB83D-A647-48BE-A77E-70455CB7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3737E3-CC31-4E22-B346-A8E39AB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CE5EC-057B-402E-ADAC-A1E1065D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C3FC0-E79D-4C1D-B574-A2B214C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727793-7221-42C5-8E33-6A06503B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기제품 적용 제약  →  채널 프로젝트 공통 기반 선제 확보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F42492-1EDE-4156-929C-1AC00A64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D7E07D-95B7-416F-815C-BED63963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52FEA6-B05C-4760-9DAA-F6792112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기반 부재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D89031-BEFE-47A7-BF1F-9193910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프로젝트별 BE·FE 기초 재구축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6F23F9-6D31-4B06-81E5-823C5174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초기 작업 반복·시간 소모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219B2B-D6FF-4313-8514-50FB0F7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89128-3D95-4A66-B281-500BAF09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6EDBDC-8521-41F3-9BC2-8960261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고객사별 차이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51AC88-2B51-4F6D-BD4C-F776BAE2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업무·인증·MCI·계정계/정보계/대외계 차이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97CB1D-CB9E-441C-A493-2AB39C3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공통 영역 표준화 + 확장 구조 분리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42606B-DD88-46B4-BAAB-F9BE86BF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858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15EC03-B381-49FC-A3AF-011C1977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A324A7-4E36-4585-AB80-8948AC54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91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추진 적기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5F0D5C-5487-4CD5-B1CD-F38D0686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차기 투입 전 가용 인력 활용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1CD279-66B1-485C-A848-D2E56F5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반복 활용 가능한 공통 자산 확보</a:t>
            </a:r>
          </a:p>
        </p:txBody>
      </p:sp>
    </p:spTree>
    <p:extLst>
      <p:ext uri="{BB962C8B-B14F-4D97-AF65-F5344CB8AC3E}">
        <p14:creationId xmlns:p14="http://schemas.microsoft.com/office/powerpoint/2010/main" val="318747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A60C6B3D-B6E1-4EC7-89DE-F3D961D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B1577-9F15-4973-8120-2B895AA8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55DFF-C36E-4C49-A013-024832A0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BDEEC-6459-4927-BFD0-7753AABE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D0FB6-184B-4A68-9B35-AB947F75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FBAFA-7D2A-4583-BBC3-E5A875FD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89C7B-FF8E-44C6-B107-592CCFD9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9A082-02FF-4178-B1C7-73171339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186A1-CDB6-4C0D-A9DC-BA11DE4A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98628-D739-43CF-A068-7D4F3E79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335ED-AE2E-4D7A-8F9C-7E54075F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A64A9-4A7E-41AE-ACEA-3C9B64BA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D7315-0826-411E-8969-0E215F13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2A76F-6AAC-49BC-9F32-C98EB9D6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C9D95-72C1-4321-91B5-F7A2320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8CD2A-FE65-4886-8338-7C8A397B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46450-2F07-4B59-B6E6-27E60E09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0ABAC-6A08-49B6-A936-088E5E7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192D2-D4FE-4540-B107-E22C2C2E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E3FA3-E3EE-4474-A0AB-5BBCF3A8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5E006-B52D-4B0E-B65C-E50361A1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CC75D-772B-41F8-8890-3539880A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9931D-9160-4933-B649-3DDADBBD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1EC31-5600-464C-A14E-E65B3101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D9DD8-FC51-4889-B898-EEAF40F0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95CF2-80FB-4165-A426-F460FA4F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C8F31-7DD7-4FDE-A76B-0879C8BC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0ADDB-6E94-4710-A184-2DBC882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52A349-D3B0-4D3D-96A0-77AA33D8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2B99B-58B2-459F-AE97-03BE7B87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EB001-A55C-41AD-BFA4-BEE852B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2029EB-CB23-4E2C-8EFE-9B24E8BD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ARCHITECTURE · 구성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620D04-4916-4013-B3B2-7E28A14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04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2C5F47-FC9B-45FD-AAF1-525B839F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Channel Foundation 구성도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414852-507C-4706-A976-B376E22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EBD85-01C0-4301-9F76-D8B8B52E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371850" cy="42481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6C69A4-13D8-4D68-8F99-79A696EC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2D6E90-AB80-414B-8B28-0363F27F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CE8C2E-B39E-4E73-B065-314391F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74A7FD-8944-4F48-A219-6626D858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모노레포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8C0870-55E0-45FD-B5DF-CC2F695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76575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Turbo + pnpm · PC · Mobile · Admin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21FBC7-83C4-4556-97AA-4E12840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29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0F5BC6-7316-4C1F-87E4-B4AF508E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822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8B6230-C0A8-471E-8061-96747501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49650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@bx/shared · 도메인 8종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914977-7498-433D-AF50-FDF4DCC9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6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167E8-B458-44D7-87D0-CDB1E93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0CE798-185D-4CF1-96B2-518BD37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22725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4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auth · user · account · menu · product · alarm · base-info · common-code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A45101-F7D6-492F-A11A-83C07024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DC40CA-40A6-4507-8821-D0E8FF7D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라우팅·데이터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CE6797-9635-4927-A9E5-44B83E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95800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TanStack Router · Query · Zustand · Axios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BB471A-B2A0-4C4B-85C5-785A4514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2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A9A897-8682-4A90-9ACE-63FCCAB7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74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인증·UI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7561D0-53C8-419A-AB2B-C988CD39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68875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JWT 401 자동재발급 · Radix · Tailwind v4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4FD15C-B641-4303-B801-5C34B9BA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52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A69B0F-6DC8-4CCD-81A6-D511E06E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052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53FDEB-DB5B-4744-978C-14DC2A52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41950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Vite 8 · Biome · Vitest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04E6FF-A05B-452F-863D-F80ABFC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47850"/>
            <a:ext cx="3371850" cy="42481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FA7E7C-499B-4B1E-B9B8-A7C71B22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81B811-5D71-40ED-8782-A7CC3ACC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HTTPS · Envelope · JWT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B0C28F-66BF-494C-9268-F109BCE0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99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D9246C-1E9F-4653-9B6E-F47F6A30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OpenAPI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1691F4-1C33-400C-BC06-35CA5C90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76575"/>
            <a:ext cx="1962150" cy="83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TypeBridge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5010C6-108F-42EE-8D94-709E9831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56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9FC2D0-AE3F-491D-8BD9-5116EBA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5130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타입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C57785-147D-474D-B4CD-27DACBE2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22725"/>
            <a:ext cx="1962150" cy="83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FE·BE 타입 자동 일치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CAD969-3AE8-443A-A002-DC39243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02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37E47E-8611-4BDB-9092-AFBEA06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974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B9CF29D-ECDE-4535-970E-9E991007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968875"/>
            <a:ext cx="1962150" cy="83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12B67B-D7ED-41CB-B27B-E1B7C39C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371850" cy="42481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301A0F-2C11-4D5E-B7B8-6ECBC549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310263-DEB9-4E97-97A9-050B921D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F8BB03D-02A0-42A1-9CB0-153BDD00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92AF78-E0B8-4D3F-BB02-DDBAB168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MSA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3DF73D-7859-4C7F-B8A1-BE93D29C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7657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Spring Cloud · Gateway · Eureka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602851-A8CF-468C-B743-B84BF9A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759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9D4796-FCCB-4CAE-B733-2DDDBCC3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284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5FD5A5D-4329-4B9D-A52F-4B401292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4426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auth · mci · system · product · integration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E83592-2520-496C-A2F0-0EF7B80C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528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CD0F24-6635-4A5F-913C-BD41AC2A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053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libs 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01338A-636A-4AFE-96DC-0E91F5D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195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common · business-common · mci-common · security-common · session-context-common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982EB50-BCE7-44DD-91CC-283ABCB9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297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44587E-E3A3-4754-B4E5-D21348E0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822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인증·세션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6FE790-6731-4DF9-9902-41D7A801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7964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Gateway JWT 검증 · X-Auth-* · Redis 세션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8A50113-1F09-47C4-BCA7-1FCD5A7A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066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B57EDEB-50D2-40BE-A9DB-37ABB67D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7591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DDF9438-D49B-4713-8433-7DF9F369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4733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YAML registry · Adapter/Mapper SPI · Router</a:t>
            </a:r>
          </a:p>
        </p:txBody>
      </p:sp>
    </p:spTree>
    <p:extLst>
      <p:ext uri="{BB962C8B-B14F-4D97-AF65-F5344CB8AC3E}">
        <p14:creationId xmlns:p14="http://schemas.microsoft.com/office/powerpoint/2010/main" val="1423074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404FDA37-04EB-465D-88B2-E14E31B1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1C279-1721-4CEC-B6F0-FABB6CCC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6F9F8-9BD6-4879-95B0-F0211B47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5DB4C-4A6E-456D-BBDF-F88AD822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60E49-BAC4-4B46-ADBA-D51A733A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70135-6BC8-4754-8BDC-FD0D6F22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5D721-F47D-4444-91A5-032302E6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57529-5D9A-49A4-97E0-E043613F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24D7E-D72D-4852-9C5D-CF71A90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F6655-1188-4634-B2D4-FBBA506C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395BD-ED29-4873-8A45-C86AF50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28B76-39ED-4CCD-B8A7-A2D1FBDD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516C4-F835-4276-A2C6-231FD21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3AB33-4121-485E-991F-CDD9D542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5FB57-C9D6-4B1F-8757-E7D5DFCB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B7CCC-4D44-46DE-A4FE-4438565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2EF74-03EB-4F1C-9DC2-BC5BDDB3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76EFE-AC08-4CA2-897E-F780464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9F011-328A-4CB8-A55A-8C635775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8537D-64F6-4FAF-A193-371684AA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B61FA-2F30-4B71-93E4-D06C43E4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60CA4-62BB-4CE5-A5B8-DDB45AE2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5662A-1712-4470-AE67-EE1C6EBC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5FA09-4646-4253-8533-7E3CE24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0F0CE-CE08-45FF-ADA8-8B8978D4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C76BB-D5E2-42B3-AA6C-1C8D31EA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03D3E-ABB8-4EAA-9D09-0DD9E8AE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E833E0-FDFA-4146-8EB5-83A3E0F8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43083-BFDA-46DF-B9E8-59CB8BA5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62545-8661-41A1-82B0-3586B9A6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DF602-B79C-4BB5-A2D2-65E8717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03D3DE-F98A-45E0-9D02-E9AA3CB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PLAN · 개발 계획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3B28BA-B77C-4F4E-92AE-E6262119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05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D06819-5FDC-4633-A306-2F4B95F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A52CC5-7247-4914-9EC6-9A0941C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106020-DB7E-4D59-8E15-4A9CD12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456EC9-2346-4AA4-A05E-1B14052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9019B-3CAF-4471-A48F-403EA11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뼈대 집중: 인프라 · 통신 · 인증 · 모듈 구조  /  고객별 비즈니스 로직 제외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E4FC0C-9008-4981-830A-51CF1D7B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333750" cy="33528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E630E4-C294-4522-8D2C-195B71CE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87E50E-2EF9-46CD-8F5A-B3012C9E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808E49-7C8C-4F8D-A0FC-C34CB945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3EE996-A9EE-47EA-B057-BEBF1840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buChar char="•"/>
              <a:def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모노레포 구조화 · @bx/shared 세팅</a:t>
            </a:r>
          </a:p>
          <a:p xmlns:a="http://schemas.openxmlformats.org/drawingml/2006/main">
            <a:pPr marL="18" indent="-10" algn="l">
              <a:buChar char="•"/>
              <a:def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번들러·빌드·배포 검증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C5AAC5-DBF1-4E17-80A8-9BA6D2EE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D46677-3ABE-4DA2-A0C0-E59174D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154C7A-36E2-4F10-BC5B-D26DC8D6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BA3AD2-89FE-417D-9BF8-A7F5812C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333750" cy="33528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06FBF3-216D-46B5-B220-AE6DAE32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B789D7-E4A2-41F7-B256-5871B38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C4B1DD-6C12-4E61-80FC-14B047E4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714798-C75D-4AF1-9933-F9908D71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buChar char="•"/>
              <a:def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auth · system · gateway 안정화</a:t>
            </a:r>
          </a:p>
          <a:p xmlns:a="http://schemas.openxmlformats.org/drawingml/2006/main">
            <a:pPr marL="18" indent="-10" algn="l">
              <a:buChar char="•"/>
              <a:def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 거래 정의 · mapper/adapter routing 구현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486643-2B64-4C86-8464-1D8A649F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1D278C-B100-4517-B87A-673EDEB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7D04E8-B52D-4F71-89B1-6371521D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799B76-CF65-4E4A-AF27-1F80E805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3333750" cy="33528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6E3176-ABB7-4702-8D28-F27BA54A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5C2BA8-685B-4B3C-8DA9-24859CB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DB0E47-DE15-4D59-81DA-C989D8F6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5AA498-92A2-4235-AAD8-3149CEFA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buChar char="•"/>
              <a:def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Admin UI ↔ Backend API 연계 검증</a:t>
            </a:r>
          </a:p>
          <a:p xmlns:a="http://schemas.openxmlformats.org/drawingml/2006/main">
            <a:pPr marL="18" indent="-10" algn="l">
              <a:buChar char="•"/>
              <a:def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E2E 자동화 · 개발 가이드 · 샘플 정리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6C7CCF-7B44-439E-82BE-F635092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04994E-B8E6-4F36-A75F-AB65CFA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4610B1-FFE9-430E-AC04-5318CD08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435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개발 가이드 · 샘플 업무 · 테스트 자동화 기반</a:t>
            </a:r>
          </a:p>
        </p:txBody>
      </p:sp>
    </p:spTree>
    <p:extLst>
      <p:ext uri="{BB962C8B-B14F-4D97-AF65-F5344CB8AC3E}">
        <p14:creationId xmlns:p14="http://schemas.microsoft.com/office/powerpoint/2010/main" val="1075396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2625F8F4-1F4C-4964-9AEB-7256295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14506-D2C1-479E-B600-25B50B98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2C4D7-4192-463A-A4F7-35E4080C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D5DC6-F694-4853-8C70-BFAADEFA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E12ED-E9FF-4936-AB84-3807A83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713D9-5390-48E0-86BA-E4C45073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C6E88-BB2F-4E6E-848E-07E1EB2E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704EE-67AF-40A0-9C46-69C51BAC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27626-9B6B-4C95-804A-13CFCCA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4995E-6ECA-4F11-879C-6A85158E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026C5-0655-4E7B-A17E-06CC769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F552E-E08D-4DEC-8F2F-C430452C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A8892-633F-4F12-A4F0-B700899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90308-DA7A-4FD9-8537-95C0432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4D440-3CEA-46E0-A777-B216D4D0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D0C42-ADC7-49B0-A799-A73ADA04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08C8C-A495-4367-A353-6ADCE7E2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F59F3-1FA5-409D-A400-3D9846C7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EB12E-F803-42CD-817A-CED3730D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A8F66-3683-4E98-B76C-9224983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711C8-D6EA-4997-990A-DBE9654D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7E021-3268-4929-86E6-0FA6E1A7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DB7EE-998A-4691-BCCA-50FD87EE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CDF01-0404-484B-B703-B487863C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84B7C-374F-419A-80DB-D7E50D77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5E85F1-78DC-4A15-B113-048CE35C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6A203-1820-4004-A6A7-7AEA5FE4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46531-4B78-47EE-A663-874EB168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7F8D5-3F30-4330-9470-2583916C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C267B-620B-46D8-95E0-2205A8A2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9D84A5-AE9A-4692-84A0-6F9E256B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F32E5A-90C3-4B98-BFCE-8747CC7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DELIVERABLES · 산출물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E705C2-3E1B-4055-B5C3-BD94B75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06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6C35C7-E4D6-4D1E-95B7-4282487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3D0A26-CC07-4174-BB9C-218EF04C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357C32-3BB1-450E-BB40-305AB4FF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464AEE-8C93-4919-994C-8583204C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D45980-A249-4403-9412-6BFD0F18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고객별 비즈니스 로직 제외  →  파생 프로젝트 공통 기반 우선 확보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19A036-D372-45BB-AFCF-09A1DD43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6363EE-786F-4FE7-9A1B-C6A50E40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B18BAF-8520-41BF-8050-A68FB479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9C3D89-BD74-4C28-B793-8962A3CA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E17DF5-6709-4DCD-810F-F51425B0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954C9C-D9E9-47D4-87E8-EE1E060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3F6938-44FC-4E69-9645-89802AEF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D3150F-9173-43D7-96D8-45870C4C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4640A3-8101-4ACF-B0FC-E90E46C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9BD312-6224-48B5-8236-C22E0C3D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76958C-539D-45E3-B0E2-568F030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413BFD-B463-4FC7-9475-4E650557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JWT 자동 재발급 · Gateway 내부 인증 · Redis 세션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A998A4-A045-4876-B494-A186A93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D56EF4-CC98-4BA6-A310-FF49493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48C34C-66F7-40BF-9308-98D2F85E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CB7953-D1DD-429D-A645-ABE0D038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833FD8-4E6F-4DF3-B4AA-2F73242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580074-FADD-480C-9F31-72B23632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F75D8-8AF1-483A-AE87-7A99E33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 연계 · 타입 자동화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8B2659-D4C5-4C15-826E-BE05CD71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76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OpenAPI TypeBridge · Envelope 처리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81E70D-8BB0-4765-9903-46060C55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D72B6D-F9B6-4DC7-952D-20011CAF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92EEAF-CEBB-43CC-B0F4-BE6CF0B8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프로젝트 관리 · WBS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33CFB0-69DA-418D-B510-15906ECA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76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GitHub Project 기반 WBS · 일정 관리</a:t>
            </a:r>
          </a:p>
        </p:txBody>
      </p:sp>
    </p:spTree>
    <p:extLst>
      <p:ext uri="{BB962C8B-B14F-4D97-AF65-F5344CB8AC3E}">
        <p14:creationId xmlns:p14="http://schemas.microsoft.com/office/powerpoint/2010/main" val="93427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0061CC4E-2758-4E8A-87EC-B9D51E8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E2BAB-4DD1-455E-9252-0A4358DF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74B82-5CF6-43C8-B146-B0C5AC59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DFE6C-7CC4-49BE-B43A-333A4454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3DD5-20A3-47D3-999A-DB3637B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ACFEF-B3DF-4B06-807D-3FBCCC6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E21E7-CFB3-4842-B385-BF2658D4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27DA9-A2B2-4072-8A98-D859CF6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2DE74-12C0-483E-AACF-6D2CA2B4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3CE8B-40FC-4D4E-BA7F-DF820E0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94EEC-4D49-4B4F-AD14-C4A8077A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501C3-0911-4B8E-9F81-5BB6834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D362E-E6AF-48B5-9FC0-64AED86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7CEAA-A34A-4C6A-9B96-F285D952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157B9-6891-42D3-BD0A-B848C096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E4120-7A3D-461B-9231-CA1F456A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C13E4-47E7-4900-8860-3BE983A9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846EC-C81F-4005-8D9F-BCB370AB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20508-3C5E-49CC-85D2-26210F8B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36E49-0CDC-43BF-8D2F-CDA1D3FC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CF953-BB2B-449D-A437-CD8BF1DC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09CDE-0F3A-461C-8C9F-B7C0E274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4BA54-04B9-4F78-BDE8-EFB94FA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72742-143D-4AB7-A680-499D649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F83CA-EA85-490D-8A5D-69A9F57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62DD2-F9ED-413E-877C-E44EC91D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B7E54-4225-4E8D-BB7C-084FB17F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FA1C2-1CAA-4F02-BB88-2717C4C6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0D5C21-F6B4-4B4F-AC38-DCB0613E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2BE63-88A4-4E8F-B1FF-63379A06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ECFB0-6C0A-4C60-B154-B84D9F1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19BEC-22BC-4D71-AB23-20E73526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IMPACT · 기대효과 &amp; 로드맵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29052-589E-4F59-86B8-3440EC86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07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59212-CB55-4963-8F1A-0F1E24E4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3E733B-F309-4855-8560-98EED0D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43317A-4737-48C4-9458-76A73C32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49530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D83904-F8AA-42B9-9342-371718D5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5245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280E89-2B19-4724-98BE-D9F12147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B00322-7BCD-4579-A008-821A27E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28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✓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 표준화 및 품질 향상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 · 외부 연동 구조 재사용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MVP 기반 Pre-sales 데모 · 즉시 커스터마이징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D5FBE9-F5D9-4A81-BA80-4973984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향후 확장 — 모듈 단위 제품화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4D1763-25B6-4804-A1B6-15BBC012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DDEB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98286A-FEF6-4317-A567-36898B32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C339FC-0802-4F7E-A3C7-EED755EC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auth + system + gateway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BEDBBE-AD29-4A40-B22E-4DBD8BB5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8B5F9D-FEC0-451A-A6A0-3A08F543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DDEB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97CB03-6966-4B29-B620-53115C85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7ACB84-8189-4484-9A2E-C431F173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433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 + mci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29A519-B3F8-47F1-ABBD-04F7328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674854-2078-4BBF-A958-94AE3648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2900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DDEB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40BD6B-4D03-4EB3-AC6C-1CC2484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rPr>
              <a:t>full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075271-B678-42B0-89F2-ABBBA90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 + mci + integration + 샘플 업무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D9111E-FA6A-4239-A7CC-C786921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E68E02-DD5B-4A29-9098-73A54E62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채널 서비스 모니터링 도구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8B4FBD-EF66-49FE-B7CA-096E01F1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864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PC · Mobile · Admin 실시간 상태 감시  |  가동률 · 응답속도 · 점검 상태</a:t>
            </a:r>
          </a:p>
        </p:txBody>
      </p:sp>
    </p:spTree>
    <p:extLst>
      <p:ext uri="{BB962C8B-B14F-4D97-AF65-F5344CB8AC3E}">
        <p14:creationId xmlns:p14="http://schemas.microsoft.com/office/powerpoint/2010/main" val="1835641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926B9F8E-A998-49E1-A63A-C5F7A6AA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A96C4-7FB0-43CD-A5D8-A8EA6FA2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F949E-57C3-4639-ABEA-1B8D4AE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F7E94-8729-4A73-9E20-24A3C089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238E6-4E9A-4379-ACC3-A62B06E9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0B3B2-65CA-404F-8EA3-F57CE3A3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DBE91-22B1-4835-87DA-07D23D7D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5977F-3930-48D6-89BC-7B68BD22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045AA-1FE1-4305-BBE1-2A703008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63C6C-CABE-4872-B22E-FAA00D54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8F236-91C9-42C5-B5F9-48F1B88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DA0ED-1FD2-42D0-94A5-FDE43088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89357-2056-480C-83E1-07A3C8CE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AD947-0AC6-4CBB-8953-520C833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7C5FB-09FA-45AA-8311-F3A9D64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AF778-E07F-4673-8633-E21A1DDA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2B190-D9D3-475A-AF5A-95D9DD05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BD8DF-8D6F-4ED2-823F-85FED0A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D2EC3-5F74-4D39-828B-42196978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FFAFD-A13C-40AC-99B3-313A003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35A52-4FEA-4C5E-B386-BA7AAC6C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6C63B-FF50-4887-8851-5F0C53B5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E9E4E-A740-4BE9-948D-7E539EB0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8CC8B-BE5D-4B4F-B163-CFF0000D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26244-DD94-4F9F-8F2B-7AD8CCC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FE730-21B8-4E80-A49F-7121515B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B85F1-F890-4909-A6DE-732A090A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04784-9229-483E-BE23-D72177C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D7DD9-3F6A-4CD0-844D-7E70EE78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9D581-6F58-43C7-B403-F6261EFD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5DB32-EF5B-4755-B211-D4FC2DF6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46EB7-50C7-46B2-931E-69391E9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AI · 개발 방식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B636D3-6557-453D-AB69-BE5C3E7D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08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81A04-AC89-4214-BCCD-B93BA4D4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활용 개발 — 실증과 SI 시장 대비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812628-48D1-4BF2-94E2-ACD296C6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6B472-C706-4C44-A7CD-378470EF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AEE0C7-C7F7-4050-8F50-D25B47F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0AF7C4-2826-4FD5-99C7-D105C24D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유료 요금제 도입 확정  →  실제 활용 실증 + 조직 개발 역량 내재화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C26FDB-FF3A-4AC0-BA8C-8BDD4F6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671FD3-DF2C-4B4B-A18B-0B11B99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AI 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BD7F6E-C6C0-41A3-8287-05CF60BA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Agent 활용 가치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00470F-F608-419C-9E52-B52BC9DC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 소스 의존성 유지 분석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아키텍처 정합성 기반 코드 생성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오류 진단 · 연속 작업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0F8A16-E153-422C-82A2-255E5E4F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6BD676-A241-4636-8AC9-4F16646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PROOF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E5E444-DEFE-480B-B449-1F1CB66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실증 — 적용 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1B1362-3077-435D-A060-12BE10A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GitHub Webhook → Notion 자동화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WBS ↔ GitHub Projects 동기화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OpenAPI → FE 타입 자동생성 CI 게이트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94F2EB-A3AD-4EBD-80B9-0BF7E9EB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646C9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7965E4-5217-4B04-8FCA-FBABCCC3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MARKET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46AD07-0759-4D3E-A992-9DFB85A7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 시장 변화 대비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2A1C61-DC59-4822-BC25-B06172FC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 개발 방식 변화 선제 대응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조직 경험 축적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적용 역량 내재화</a:t>
            </a:r>
          </a:p>
        </p:txBody>
      </p:sp>
    </p:spTree>
    <p:extLst>
      <p:ext uri="{BB962C8B-B14F-4D97-AF65-F5344CB8AC3E}">
        <p14:creationId xmlns:p14="http://schemas.microsoft.com/office/powerpoint/2010/main" val="1895974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F5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1665B3EC-4EF3-4679-843D-CD3C0718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3270C-1141-461D-844A-F5A3BEDD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32F7A-67AC-45CC-B40C-9136A2DC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6FBE5-F37D-41A0-BFB5-D75EE99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4645C-5991-4D7F-B54B-22353D5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CAA82-8602-43DF-8303-31176E3E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43966-9116-4C3A-8ECA-5420D46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F5CAD-8199-4771-A269-CBFCDAA5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B9A40-F9F6-4DBA-9EEF-02A09316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D8198-7F51-4963-AA64-ACE83D3A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E7BC0-20B6-4219-B934-3F6A2438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70D1F-AB74-42FD-A04A-BF9D5E57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041D0-6170-4765-885D-4DCAB9DA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29113-630D-40BC-830F-E75CB1C4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65D05-B679-4FE8-A077-471FC0C6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DA577-1EAE-4D70-A8B8-3D68C67B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66ECF-5F2C-407D-94B9-CED1F831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19BC8-F374-4AC3-A6FE-07698B87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BE892-8C8B-4233-A4A6-45DA5B2D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70C43-EF35-4B63-A951-E13B0E55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70692-DCA6-439F-B3CC-57A3D207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7E3A2-533C-4065-9DE4-7B416E98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2F894-55DB-4764-B16C-35D5ED32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FB942-7A97-4AF5-9EF1-948597C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02DFE-177A-4596-8348-D870174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4A72F-D838-4607-9149-30AFBB3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37440-22E3-4871-95D4-FF015DB8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78D87-D2CF-45CA-80A0-C98D0B89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558ED7-AB92-465D-99F7-2505B662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14620-CE01-4AFD-9B73-7DEC6BDC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69A12A-D67C-4A80-8E03-4DC5E08D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93246-7DE1-4158-8E7F-4D2E7176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DECISION · 승인 요청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E467AA-D2EB-467B-A158-6B05B4CA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0D9F6"/>
                </a:solidFill>
                <a:latin typeface="Malgun Gothic"/>
                <a:ea typeface="Malgun Gothic"/>
                <a:cs typeface="Malgun Gothic"/>
              </a:rPr>
              <a:t>SHEET 09 /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526302-D65D-463B-9170-B1983F81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 필요한 결정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A771C6-1B6F-4E92-8E3F-EFFA011F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351F2F-7347-4881-A502-7788D30C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 파운데이션 1단계 추진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A63A3-7D01-4A6C-998B-43E8B85A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8991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F3AA8"/>
          </a:solidFill>
          <a:ln xmlns:a="http://schemas.openxmlformats.org/drawingml/2006/main" w="9525">
            <a:solidFill>
              <a:srgbClr val="79A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3AB658-7DAE-4A5F-A0E0-1A4CF644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8D6232-CBFE-47ED-A4EA-71671AD5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70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투입 승인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4703F2-D4FD-4B57-8C6D-C322A699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2명 · 3개월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12F0BF-70D6-475D-97CB-F096C8C0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0B7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F433B8-AF11-43F4-B288-4C8A4C39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1단계 범위 승인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98C46F-F116-40E9-AE5A-94197546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2430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기반 구축 + 연계 검증 + 개발 가이드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7829E8-1F30-427A-99A7-96E46C68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91150"/>
            <a:ext cx="628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DDEB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4AF6C7-D10D-4086-B1CC-0638B527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054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3AA8"/>
                </a:solidFill>
                <a:latin typeface="Malgun Gothic"/>
                <a:ea typeface="Malgun Gothic"/>
                <a:cs typeface="Malgun Gothic"/>
              </a:rPr>
              <a:t>승인 즉시 1개월차 기반 구축 착수</a:t>
            </a:r>
          </a:p>
        </p:txBody>
      </p:sp>
    </p:spTree>
    <p:extLst>
      <p:ext uri="{BB962C8B-B14F-4D97-AF65-F5344CB8AC3E}">
        <p14:creationId xmlns:p14="http://schemas.microsoft.com/office/powerpoint/2010/main" val="1529044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2026-07-15T03:42:08.5750000Z</dcterms:created>
  <dcterms:modified xsi:type="dcterms:W3CDTF">2026-07-15T03:42:08.5750000Z</dcterms:modified>
</coreProperties>
</file>