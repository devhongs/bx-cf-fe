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640080"/>
            <a:ext cx="2011680" cy="2011680"/>
          </a:xfrm>
          <a:prstGeom prst="roundRect">
            <a:avLst>
              <a:gd name="adj" fmla="val 8182"/>
            </a:avLst>
          </a:prstGeom>
          <a:solidFill>
            <a:srgbClr val="1B2350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804672"/>
            <a:ext cx="2011680" cy="2011680"/>
          </a:xfrm>
          <a:prstGeom prst="roundRect">
            <a:avLst>
              <a:gd name="adj" fmla="val 8182"/>
            </a:avLst>
          </a:prstGeom>
          <a:solidFill>
            <a:srgbClr val="1B2350">
              <a:alpha val="78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8944" y="969264"/>
            <a:ext cx="2011680" cy="2011680"/>
          </a:xfrm>
          <a:prstGeom prst="roundRect">
            <a:avLst>
              <a:gd name="adj" fmla="val 8182"/>
            </a:avLst>
          </a:prstGeom>
          <a:solidFill>
            <a:srgbClr val="1B2350">
              <a:alpha val="56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0" y="640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097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FRONTEND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금융·자산관리 웹 애플리케이션 프레임워크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9050">
            <a:solidFill>
              <a:srgbClr val="232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pPr indent="0" marL="0">
              <a:buNone/>
            </a:pPr>
            <a:r>
              <a:rPr lang="en-US" sz="150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TypeScript  ·  Vite  ·  pnpm + Turborepo  ·  FSD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Monorepo Architecture  ·  PC · Mobile · Admin  ·  @bx/shared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 빌드 성능과 극대화된 DX(Developer Experience)를 지향하는 엔터프라이즈급 프론트엔드 프레임워크. pnpm Workspaces + Turborepo 모노레포에서 PC·모바일·관리자 웹이 도메인 로직·UI·통신·인증을 단일 공유 패키지(@bx/shared)로 공유합니다.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807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 빌드 &amp; DX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8 + Rolldown · React Compiler · Turborepo 캐싱으로 빌드·HMR 최적화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25146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42632" y="2807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Feature-Sliced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9672" y="3566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entities / features / widgets / pages 계층으로 확장 가능한 구조 표준화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846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F6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864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공유 패키지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@bx/shared가 도메인·UI·HTTP·인증을 캡슐화해 앱 간 중복 제거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5720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846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42632" y="4864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인증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5623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자동 부착·single-flight 재발급·라우트 가드 내장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· 라이브러리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 6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8 (Rolldown)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Compiler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600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2" y="160020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801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모노레포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82312" y="23134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pnpm Workspaces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Turborepo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Biome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84464" y="1600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160020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F6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8604504" y="1801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· 상태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50224" y="23134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Router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Query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Zustand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Hook Form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702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· 스타일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782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4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Radix Dialog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vaul (drawer)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lucide-react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16552" y="40690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406908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8B7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42702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· 유틸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82312" y="4782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date-fns · dayjs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lodash-es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i18next · uuid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406908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4464" y="4069080"/>
            <a:ext cx="128016" cy="2240280"/>
          </a:xfrm>
          <a:prstGeom prst="roundRect">
            <a:avLst>
              <a:gd name="adj" fmla="val 35714"/>
            </a:avLst>
          </a:prstGeom>
          <a:solidFill>
            <a:srgbClr val="0EA5A4"/>
          </a:solidFill>
          <a:ln/>
        </p:spPr>
      </p:sp>
      <p:sp>
        <p:nvSpPr>
          <p:cNvPr id="26" name="Text 24"/>
          <p:cNvSpPr/>
          <p:nvPr/>
        </p:nvSpPr>
        <p:spPr>
          <a:xfrm>
            <a:off x="8604504" y="42702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· Mock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0224" y="478231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(E2E)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Vitest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Testing Library</a:t>
            </a:r>
            <a:endParaRPr lang="en-US" sz="125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json-server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MONOREPO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모노레포 구성 · 3 Apps + Shared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15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0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packages/shared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@bx/shared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170078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도메인(entities) · 공통 UI · HTTP(httpService) · 인증(JWT) · 상수 — 세 앱이 함께 사용하는 단일 공유 패키지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514600"/>
            <a:ext cx="0" cy="365760"/>
          </a:xfrm>
          <a:prstGeom prst="line">
            <a:avLst/>
          </a:prstGeom>
          <a:noFill/>
          <a:ln w="25400">
            <a:solidFill>
              <a:srgbClr val="E4E8F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2960" y="315468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31912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557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pc-web  </a:t>
            </a:r>
            <a:pPr indent="0" marL="0">
              <a:buNone/>
            </a:pPr>
            <a:r>
              <a:rPr lang="en-US" sz="1200" dirty="0">
                <a:solidFill>
                  <a:srgbClr val="5A6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3017520" cy="0"/>
          </a:xfrm>
          <a:prstGeom prst="line">
            <a:avLst/>
          </a:prstGeom>
          <a:noFill/>
          <a:ln w="12700">
            <a:solidFill>
              <a:srgbClr val="E4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FSD 앱 · 중앙 다이얼로그 모달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16552" y="288036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514600"/>
            <a:ext cx="0" cy="365760"/>
          </a:xfrm>
          <a:prstGeom prst="line">
            <a:avLst/>
          </a:prstGeom>
          <a:noFill/>
          <a:ln w="25400">
            <a:solidFill>
              <a:srgbClr val="E4E8F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90872" y="315468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05272" y="31912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웹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05272" y="3557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mobile-web  </a:t>
            </a:r>
            <a:pPr indent="0" marL="0">
              <a:buNone/>
            </a:pPr>
            <a:r>
              <a:rPr lang="en-US" sz="1200" dirty="0">
                <a:solidFill>
                  <a:srgbClr val="5A6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90872" y="4206240"/>
            <a:ext cx="3017520" cy="0"/>
          </a:xfrm>
          <a:prstGeom prst="line">
            <a:avLst/>
          </a:prstGeom>
          <a:noFill/>
          <a:ln w="12700">
            <a:solidFill>
              <a:srgbClr val="E4E8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FSD 앱(동일 구조) · 풀스크린 모달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288036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2514600"/>
            <a:ext cx="0" cy="365760"/>
          </a:xfrm>
          <a:prstGeom prst="line">
            <a:avLst/>
          </a:prstGeom>
          <a:noFill/>
          <a:ln w="25400">
            <a:solidFill>
              <a:srgbClr val="E4E8F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558784" y="315468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9050">
            <a:solidFill>
              <a:srgbClr val="F6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473184" y="31912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포탈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473184" y="3557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admin-portal  </a:t>
            </a:r>
            <a:pPr indent="0" marL="0">
              <a:buNone/>
            </a:pPr>
            <a:r>
              <a:rPr lang="en-US" sz="1200" dirty="0">
                <a:solidFill>
                  <a:srgbClr val="5A6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58784" y="4206240"/>
            <a:ext cx="3017520" cy="0"/>
          </a:xfrm>
          <a:prstGeom prst="line">
            <a:avLst/>
          </a:prstGeom>
          <a:noFill/>
          <a:ln w="12700">
            <a:solidFill>
              <a:srgbClr val="E4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58784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스켈레톤(템플릿) 단계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Feature-Sliced Design 계층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48840" y="1600200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프로바이더 · 진입점 (main.tsx, modal provider)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3996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539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7C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539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2539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Router 파일 기반 라우팅 — (auth) · (page) · (modal)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941832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0779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0779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9077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라우트에 매핑되는 페이지 컴포넌트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61588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F6B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615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6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158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356158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단위 위젯 (sidebar 등)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0EA5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15384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EA5A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15384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48840" y="421538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단위 (auth, dashboard …)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691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691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691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8840" y="486918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단위 — account · alarm · auth · menu · product · user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22976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7F8A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2297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7F8AC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2297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48840" y="552297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로컬 공통 (guards 등) + @bx/shared 공유 자원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38160" y="16276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 방향 ↓ (상위 → 하위만 참조)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FOLDER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구조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0F15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bx-cf-fe/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985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package.json · turbo.json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14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pnpm-workspace.yaml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7294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biome.json · tsconfig.json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db.json  (json-server mock)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3604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  (order · todo · wbs)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758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9913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apps/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3068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pc-web/        :3000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6222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 src/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app · routes · pages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2532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features · widgets · shared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568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mobile-web/    :3001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8841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admin-portal/  :3002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B235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packages/shared/src/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20985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entities/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2414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&lt;entity&gt;/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27294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api/    HTTP 호출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3044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model/  타입·hook·store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33604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 ui/     도메인 컴포넌트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3675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39913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shared/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3068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ajax/      http.service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46222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constants/ api·errors·config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ui/        dialog·drawer·modal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52532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hooks·lib·model·types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55686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0" y="58841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index.ts  (배럴 일괄 export)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흐름 · 프론트 ↔ 백엔드 ↔ 외부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B2350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50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 Apps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+ FSD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B235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450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85292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 인스턴스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envelope · 인터셉터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B2350"/>
          </a:solidFill>
          <a:ln w="19050">
            <a:solidFill>
              <a:srgbClr val="F6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50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85292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(JWT)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json-server Mock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B2350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450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285292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금융·자산 API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토큰 발급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2971800"/>
            <a:ext cx="411480" cy="0"/>
          </a:xfrm>
          <a:prstGeom prst="line">
            <a:avLst/>
          </a:prstGeom>
          <a:noFill/>
          <a:ln w="25400">
            <a:solidFill>
              <a:srgbClr val="7F8A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2971800"/>
            <a:ext cx="411480" cy="0"/>
          </a:xfrm>
          <a:prstGeom prst="line">
            <a:avLst/>
          </a:prstGeom>
          <a:noFill/>
          <a:ln w="25400">
            <a:solidFill>
              <a:srgbClr val="7F8A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0" y="2971800"/>
            <a:ext cx="411480" cy="0"/>
          </a:xfrm>
          <a:prstGeom prst="line">
            <a:avLst/>
          </a:prstGeom>
          <a:noFill/>
          <a:ln w="25400">
            <a:solidFill>
              <a:srgbClr val="7F8AC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1828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 →  Bearer 토큰 자동 부착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0" y="3977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 응답  payload 자동 언래핑 · 401/-1004 시 자동 재발급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B235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전환은 코드 수정 없이 .env 한 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…:18081/channel/backend/api/v1  (Spring · JWT)    또는    …:3333  (Mock · 인증 OFF)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통신 계층 · 공통 응답 규격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760720" cy="1024128"/>
          </a:xfrm>
          <a:prstGeom prst="roundRect">
            <a:avLst>
              <a:gd name="adj" fmla="val 80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385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38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922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진입점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호출은 httpService.get/post/… 사용 · baseURL은 init()에서 1회 설정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760720" cy="1024128"/>
          </a:xfrm>
          <a:prstGeom prst="roundRect">
            <a:avLst>
              <a:gd name="adj" fmla="val 80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815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9352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경로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API 함수는 상대 경로만 전달  (예: httpService.get('/products'))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760720" cy="1024128"/>
          </a:xfrm>
          <a:prstGeom prst="roundRect">
            <a:avLst>
              <a:gd name="adj" fmla="val 80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245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782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언래핑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execute()가 envelope의 payload를 풀어 반환 · success:false는 throw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760720" cy="1024128"/>
          </a:xfrm>
          <a:prstGeom prst="roundRect">
            <a:avLst>
              <a:gd name="adj" fmla="val 8036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675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5B8DE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67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2212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 보정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IS_MOCK_API일 때 raw JSON을 envelope로 감싸는 인터셉터 적용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1645920"/>
            <a:ext cx="5074920" cy="2194560"/>
          </a:xfrm>
          <a:prstGeom prst="roundRect">
            <a:avLst>
              <a:gd name="adj" fmla="val 4167"/>
            </a:avLst>
          </a:prstGeom>
          <a:solidFill>
            <a:srgbClr val="0F153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응답 envelope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1031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true,        // 성공/실패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"0",         // 성공 "0"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"msg"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"success",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"payload"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… }      // 실제 데이터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9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402336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API 에러 코드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45262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-1002 / -1003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실패 → 즉시 로그아웃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49469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-1004 / 401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94690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만료 → 자동 재발급(refresh)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0" y="53675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53675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없음 → 로그아웃 없이 에러 전달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66560" y="57881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-9999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57881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내부 오류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인증(JWT)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 w="15875">
            <a:solidFill>
              <a:srgbClr val="5B8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sha256() 해싱 후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/auth/login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2468880"/>
            <a:ext cx="36576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8562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저장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useAuthStore.setAuth()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468880"/>
            <a:ext cx="3657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 w="15875">
            <a:solidFill>
              <a:srgbClr val="F6B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8562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6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5146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간 공유 ·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유지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0" y="2468880"/>
            <a:ext cx="365760" cy="0"/>
          </a:xfrm>
          <a:prstGeom prst="line">
            <a:avLst/>
          </a:prstGeom>
          <a:noFill/>
          <a:ln w="25400">
            <a:solidFill>
              <a:srgbClr val="F6B45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18562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21240" y="1874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부착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0" y="25146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요청에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Bearer 토큰 자동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5760720" cy="2606040"/>
          </a:xfrm>
          <a:prstGeom prst="roundRect">
            <a:avLst>
              <a:gd name="adj" fmla="val 3509"/>
            </a:avLst>
          </a:prstGeom>
          <a:solidFill>
            <a:srgbClr val="0F153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221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자동 재발급 (single-flight)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42519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-1004 또는 HTTP 401 감지 시 자동 동작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/auth/refresh-token 으로 재발급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원요청을 자동 재시도 — 사용자 개입 없음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다발 요청은 refresh 1회만 호출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재발급 실패 → 로그아웃 + /login 리다이렉트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3657600"/>
            <a:ext cx="5074920" cy="26060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가드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422452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라우트 (page)/_page 는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beforeLoad: requireAuth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진입 시 토큰을 검사합니다.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12280" y="5074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isAuthenticated()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refreshToken 유효성을 기준으로 판단 — accessToken이 만료돼도 refreshToken이 살아있으면 통과 후 다음 요청에서 자동 재발급.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CONVENTIONS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표준 · 모달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스타일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Biome (Rust 린터·포매터)로 ESLint/Prettier 대체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 2 · LF · 작은따옴표 · 세미콜론 항상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프로토타이핑 속도 위해 a11y 규칙 제외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6002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68112" y="1874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Barrel · 임포트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6592" y="2743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엔티티·훅·UI는 index.ts로 묶어 노출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@bx/shared 배럴로 일괄 임포트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내부는 상대 경로 (순환 참조 금지)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84464" y="16002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4F6FB"/>
          </a:solidFill>
          <a:ln w="12700">
            <a:solidFill>
              <a:srgbClr val="E4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58784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F6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878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36024" y="1874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 시스템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04504" y="2743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Zustand 스토어로 모달 스택 관리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Radix Dialog 기반 · open({ path })로 호출</a:t>
            </a:r>
            <a:endParaRPr lang="en-US" sz="12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중앙 다이얼로그 / 모바일 풀스크린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F153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커밋 컨벤션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Type(Scope): Subject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50292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02552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50292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30184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50292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57816" y="5029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57816" y="50292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5532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55321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02552" y="5532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55321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30184" y="5532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55321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A6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206240"/>
            <a:ext cx="2194560" cy="2194560"/>
          </a:xfrm>
          <a:prstGeom prst="roundRect">
            <a:avLst>
              <a:gd name="adj" fmla="val 7500"/>
            </a:avLst>
          </a:prstGeom>
          <a:solidFill>
            <a:srgbClr val="1B235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84048" y="4370832"/>
            <a:ext cx="2194560" cy="2194560"/>
          </a:xfrm>
          <a:prstGeom prst="roundRect">
            <a:avLst>
              <a:gd name="adj" fmla="val 7500"/>
            </a:avLst>
          </a:prstGeom>
          <a:solidFill>
            <a:srgbClr val="1B2350">
              <a:alpha val="7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" y="4535424"/>
            <a:ext cx="2194560" cy="2194560"/>
          </a:xfrm>
          <a:prstGeom prst="roundRect">
            <a:avLst>
              <a:gd name="adj" fmla="val 7500"/>
            </a:avLst>
          </a:prstGeom>
          <a:solidFill>
            <a:srgbClr val="1B2350">
              <a:alpha val="56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공유 패키지,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앱, 일관된 표준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+ Vite 모노레포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Turborepo 캐싱 · 초고속 빌드/DX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97764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FSD + @bx/shared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도메인·UI·HTTP·인증 단일 공유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74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자동 인증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458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single-flight 재발급 · 라우트 가드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507492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5074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한 줄 백엔드 전환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5458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Spring(JWT) ↔ Mock 코드 수정 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F8A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BX-CF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BX-CF Enterprise Frontend Framework</dc:title>
  <dc:subject>PptxGenJS Presentation</dc:subject>
  <dc:creator>BX-CF</dc:creator>
  <cp:lastModifiedBy>BX-CF</cp:lastModifiedBy>
  <cp:revision>1</cp:revision>
  <dcterms:created xsi:type="dcterms:W3CDTF">2026-06-11T06:12:55Z</dcterms:created>
  <dcterms:modified xsi:type="dcterms:W3CDTF">2026-06-11T06:12:55Z</dcterms:modified>
</cp:coreProperties>
</file>