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73152" cy="237744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채널 프레임워크 개발 기획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고효율 개발 및 프로젝트 수행 표준화 방안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작성일: 2026. 06. 17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작성자: Antigravity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추진 배경 및 필요성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AX(Agentic AI) 코딩 패러다임 선제 대응과 대용량 프로젝트 전체 분석을 위한 유료 요금제 도입 필요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 | 채널 프레임워크 개발 기획서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범용 무료 및 기본 요금제의 한계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대화형 AI(무료/일반)는 컨텍스트 윈도우(Context Window)가 협소하여 단발성 질의응답 수준에 머무름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PC·Mobile·Admin을 아우르는 모노레포 구조 및 공유 패키지 의존성을 한 번에 파악하기 불가능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개발 도중 잦은 사용량 초과로 토큰 제한이 발생하여 개발 흐름 및 작업의 연속성이 단절됨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개발자 요금제 도입 시 기대 효과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프로젝트 전체 소스코드의 의존성 관계를 파악하는 대용량 토큰(컨텍스트 유지) 환경 구축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아키텍처 정합성을 정교하게 반영한 소스코드 자동 생성 및 실시간 오류 진단 가능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AI 기반 개발 방식에 대한 조직 역량을 축적하고, 개발 생산성을 획기적으로 향상시킵니다.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채널 프레임워크 정의 및 개발 목적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채널 프로젝트에 즉각 투입 가능한 경량 Boilerplate 세트와 MVP 데모 자산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 | 채널 프레임워크 개발 기획서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경량형 프로젝트 Starter Kit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백엔드(BE)와 프론트엔드(FE) 공통 표준 부재로 인한 초기 구성 공수 낭비 차단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인프라, 통신, 공통 인증 등 기반 구조를 표준화한 스타터 패키지 배포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신규 프로젝트 착수 시 개발 세팅 시간을 대폭 단축하여 비즈니스 개발에 집중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제품팀과의 R&amp;D 시너지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회사의 핵심 표준 제품군(BXUI 등)을 대체하거나 충돌하려는 목적이 아님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예산 및 일정이 극도로 제한된 소규모 커스텀 프로젝트에 경량 엔진으로 선투입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자잘한 현장 요구로 본사 표준 R&amp;D 리소스가 분산되는 현상을 효과적으로 방어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Pre-sales 경쟁력 확보 (MVP)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대기 인력의 가용 리소스를 활용하여 회사의 재사용 가능한 공통 자산을 적극 내재화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제안 및 영업 단계에서 신속한 데모 시연 및 현장 특화 커스터마이징 가능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MVP 수준의 결과물을 세일즈 시 데모 환경으로 활용하여 수주 제안 성공률 제고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BXUI 대비 포지셔닝 및 차별성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비용과 기민성, 타깃 시장 포지셔닝에 따른 차별성으로 상호 보완적 이원화 전략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 | 채널 프레임워크 개발 기획서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4535424"/>
                <a:gridCol w="4535424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BXUI (기제품)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채널 프레임워크 (신규)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구조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라이선스 비용 및 추가 프로젝트 비용 수반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예산이 부족한 중소형 현장 프로젝트에서는 채택이 불가능함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추가 라이선스 비용 없이 즉시 투입 가능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저예산 소규모 현장의 비용 장벽을 완벽히 해결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기민성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표준 패키지 관리 정책으로 기민한 대응 한계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현장 맞춤형 긴급 변경 및 즉각 배포가 구조적으로 어려움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현장 개발자가 즉각 수정 가능한 오픈 뼈대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고객 요구사항 실시간 반영 및 유연한 커스터마이징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포지셔닝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완성형 '제품(Product)' 판매 모델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독립적인 솔루션 패키지 비즈니스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프로젝트 성공률을 높이기 위한 '개발 도구'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• 초기 착수 속도 단축을 돕는 Starter Kit 역할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7000" tIns="190500" rIns="190500" bIns="1270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이원화 전략: </a:t>
            </a:r>
            <a:pPr algn="l"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주도의 대형 표준 사업은 완성형 제품인 'BXUI'가 주도하고, 비용과 실시간 커스터마이징이 핵심인 애자일 현장형 사업에는 오픈 뼈대인 '채널 프레임워크'를 선제적으로 매핑하여 프로젝트 리스크를 분산합니다.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1단계 개발 계획 및 마일스톤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2명의 인원으로 3개월 동안 비즈니스 로직을 제외한 공통 코어 아키텍처 및 템플릿 개발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 | 채널 프레임워크 개발 기획서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1개월차: 기반 아키텍처 세팅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모노레포 구조 설계 및 공통 패키지(@bx/shared) 세팅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빌드 시스템, 패키지 번들러 구성 및 CI/CD 배포 파이프라인 검증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산출물:
</a:t>
            </a:r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공통 뼈대 아키텍처 설계서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기본 모노레포 소스코드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2개월차: 코어 인프라 구현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Envelope 처리 및 공통 통신 모듈(HTTP Client) 개발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JWT Auto-refresh 등 표준 보안/인증 토큰 갱신 로직 구현 및 라우팅 설계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산출물:
</a:t>
            </a:r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API 통신/보안 인증 코어 모듈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공통 UI 레이아웃 뼈대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190500" rIns="190500" bIns="254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3개월차: 템플릿 검증 &amp; 문서화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PC·Mobile·Admin 스켈레톤(Skeleton) 앱 연동 및 안정성 검증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개발자 가이드 문서화 및 스타터 패키지 공식 릴리즈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산출물:
</a:t>
            </a:r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- 3대 채널 스타터 템플릿 세트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표준 개발 가이드 문서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기대 효과 및 향후 로드맵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91672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구축 공수 단축과 AI 기술력 내재화로 비즈니스 생산성을 확보하고 파생 사업으로의 연속적 확장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 | 채널 프레임워크 개발 기획서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및 가치 극대화
</a:t>
            </a:r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초기 인프라 셋업 리소스 감소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신규 프로젝트 착수 시 백엔드/프론트엔드 공통 모듈 구성 시간 및 초기 시행착오 비용을 획기적으로 차단
</a:t>
            </a:r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품질 표준화 및 안정성 확보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검증된 공통 API Envelope 처리, JWT 인증 흐름 사용으로 아키텍처 결함 및 보안 취약점 사전 방지
</a:t>
            </a:r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 활용 생산성 향상 경험 자산화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최신 AX(Agentic AI) 개발 도구를 적용한 고속 개발 노하우를 조직 자산으로 축적하여 향후 개발 트렌드 선도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완료 이후의 확장 계획
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1단계 (Core Standard) : 3개월 간 경량 뼈대 완성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BE/FE 통신 모듈, 공통 보안인증, PC·모바일·어드민 스켈레톤 스타터 킷 확보 및 안정적 배포 체계 마련
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2단계 (Solution Extension) : 파생 모듈 개발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완성된 뼈대 위에서 실시간 채널 상태 모니터링/관제 및 운영 지원을 제공하는 '채널 헬스-체커(Channel Health Checker)' 등 독립 파생 솔루션 구축 진행
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시너지 모델 구축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뼈대 아키텍처 위에 마일스톤 형태로 파생 프로젝트를 애자일하게 추가하여 지속적인 세일즈 기회와 추가 영업 모멘텀 창출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2026-06-17T08:58:12Z</dcterms:created>
  <dcterms:modified xsi:type="dcterms:W3CDTF">2026-06-17T08:58:12Z</dcterms:modified>
</cp:coreProperties>
</file>